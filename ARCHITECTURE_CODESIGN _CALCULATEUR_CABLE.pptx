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488225-D742-3206-B51E-D83B69F05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E32C8B6-CB2F-02E6-97E8-9F0C09B9F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670D96-71C8-1CA6-8CFF-FBB1DE2E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5979CC-605B-8DD1-7E8A-68B23E95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EC23D3-06DA-9A71-51A8-36175581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023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AD649A-2C5A-0600-8255-2A6553ECF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0D8342-CB23-929E-DD5F-BA047293B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F8D0D2-CDAE-5EDC-8D92-30F52F80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17E251-1376-5F3E-6438-8E86A48D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114821-0C42-EB5D-D7E6-A3EB73FD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13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1E4A0B-450B-614D-C207-70311FB7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193DDD-B606-0D52-0546-5B246CF1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40335C-81C0-6C28-7457-E1874439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34E249-94DA-1DE3-5CED-192D41E0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FA8A4A-86C4-0FC3-C152-2C0168CA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57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64CD7-5991-2CA6-C0C5-A5650BBA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9B52EA-75F0-B4EA-2FDC-8072811BBF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D2A03A-D03F-36F4-C44B-F4F4847E2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87ECD4-6838-CEAE-FABE-F4C70334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E241FF-6B03-EDA5-89AA-A9C88BBC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82FCE8-6245-385C-2B43-8523FF6A8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83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835FF5-6CD9-E81A-891B-35AA556A9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52AC7F-FB1A-C78C-4C4C-27F2B657C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725749-4FDE-3B64-3BB6-C6B269367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FE96015-5CDA-DCCB-147F-048B9DF4C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F4B686-0C9F-02DB-E4DC-EE9CCB7AA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7BEEF7-AC43-16B0-9242-DCD23D5F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82D7D90-FCC3-6F04-0AAF-CEF171EF5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610CBE5-AF35-EEED-09E7-879036F7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83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2C457-520D-1911-9B8A-8E2AABBC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89F6D33-E312-8517-B385-886E9EB4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B64CA6-7CB6-AF58-D8D0-01E59ABD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ED80C5-85AE-F3C8-F770-7A5EE516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032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E515C41-2B8D-C40F-B049-A005DBCF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B758AD8-41D8-F4FB-0844-340FCBA4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8A8D5F-290B-2F90-ACFF-F58310BD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0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5AE716-AD29-4F03-55D9-F18445014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22C379-1C9A-C196-2702-9B00D647C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A59B12-3CD3-846F-95CC-8F8F69368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9FE5B5-52E6-5FA5-71C3-636BF1F6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D91E6D-43F2-75A9-02FE-D4EF3611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9DA211-7B4E-0357-0A6D-9D864172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20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DB435-A71C-2141-300D-8B52D356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F50CC9-DC53-E48F-5814-6FAAF4CBD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61AD99-8684-247C-B8FF-1062A5F7C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4571D4-3CB0-36FE-967A-D22BB7CE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0B7EE2-143B-4259-B04D-C6E1A02CE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F069BC-65B1-AA7B-85D1-37C15ABC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18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BE61EF-07E8-F667-AB1F-CC56A99C6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A6BA6D8-D1D0-1802-0355-69FF80A50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92C97F-F3DC-AC99-4BA5-EB1D981A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21253A-50E1-546E-51F3-66904727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821AF0-34EC-6C9C-BC48-BA2F1A79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432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877BF06-24D9-9FFF-4241-227AAEA7F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8B048D-0F79-450F-231A-C4E8A458D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7E9D37-6925-DC20-47EB-132C8ED6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F03B3E-299C-5B66-1BA8-7211FD71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1B5D0B-9864-384B-0A24-D51DE71B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98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E7CE8DB-A256-A94E-2AD2-39FE4956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9EBBB7-5E98-0BCA-6FC0-C04D7A3C3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01DCD9-D9CF-7EA5-CC13-01B424146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9386CD-C795-6208-511E-92C191189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90BA5D-CAFF-9609-52C1-845B08713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24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6D431C06-6602-A1BB-61AE-7856169FD335}"/>
              </a:ext>
            </a:extLst>
          </p:cNvPr>
          <p:cNvGrpSpPr/>
          <p:nvPr/>
        </p:nvGrpSpPr>
        <p:grpSpPr>
          <a:xfrm>
            <a:off x="3000812" y="1508691"/>
            <a:ext cx="1688709" cy="936088"/>
            <a:chOff x="2646485" y="1723292"/>
            <a:chExt cx="1732084" cy="9056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71C851-BFEE-38C2-67CF-918210166C42}"/>
                </a:ext>
              </a:extLst>
            </p:cNvPr>
            <p:cNvSpPr/>
            <p:nvPr/>
          </p:nvSpPr>
          <p:spPr>
            <a:xfrm>
              <a:off x="2646485" y="1723292"/>
              <a:ext cx="1732084" cy="9056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F9470CB5-28E0-FC29-4D07-0AF8200A2B17}"/>
                </a:ext>
              </a:extLst>
            </p:cNvPr>
            <p:cNvSpPr txBox="1"/>
            <p:nvPr/>
          </p:nvSpPr>
          <p:spPr>
            <a:xfrm>
              <a:off x="2943300" y="1806764"/>
              <a:ext cx="113845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capteurs_sol.vhd</a:t>
              </a:r>
            </a:p>
            <a:p>
              <a:endParaRPr lang="fr-FR" sz="1050" dirty="0"/>
            </a:p>
            <a:p>
              <a:r>
                <a:rPr lang="fr-FR" sz="1050" dirty="0"/>
                <a:t>data0r..data6r </a:t>
              </a:r>
            </a:p>
            <a:p>
              <a:r>
                <a:rPr lang="fr-FR" sz="1050" dirty="0"/>
                <a:t>data_ready (1 b)</a:t>
              </a:r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12370D32-24E5-4445-8B95-16CF6EF06854}"/>
              </a:ext>
            </a:extLst>
          </p:cNvPr>
          <p:cNvSpPr txBox="1"/>
          <p:nvPr/>
        </p:nvSpPr>
        <p:spPr>
          <a:xfrm rot="2574284">
            <a:off x="5480214" y="3398871"/>
            <a:ext cx="1897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data_capture (1 bit)</a:t>
            </a:r>
            <a:endParaRPr lang="fr-FR" sz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A8DAA2B-5B76-C25A-FD14-E3FCBA1A28A0}"/>
              </a:ext>
            </a:extLst>
          </p:cNvPr>
          <p:cNvSpPr txBox="1"/>
          <p:nvPr/>
        </p:nvSpPr>
        <p:spPr>
          <a:xfrm>
            <a:off x="2164062" y="2643145"/>
            <a:ext cx="1897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data_ir (8 b), data_jr (8 b)</a:t>
            </a:r>
            <a:endParaRPr lang="fr-FR" sz="1200" dirty="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3D4C395-E6CD-E1C4-FF69-22E40481DB54}"/>
              </a:ext>
            </a:extLst>
          </p:cNvPr>
          <p:cNvGrpSpPr/>
          <p:nvPr/>
        </p:nvGrpSpPr>
        <p:grpSpPr>
          <a:xfrm>
            <a:off x="3076750" y="3187805"/>
            <a:ext cx="1688709" cy="936088"/>
            <a:chOff x="2646485" y="1723292"/>
            <a:chExt cx="1732084" cy="9056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D03053-35EE-A4DE-ED46-233B014A2DC4}"/>
                </a:ext>
              </a:extLst>
            </p:cNvPr>
            <p:cNvSpPr/>
            <p:nvPr/>
          </p:nvSpPr>
          <p:spPr>
            <a:xfrm>
              <a:off x="2646485" y="1723292"/>
              <a:ext cx="1732084" cy="9056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1D1D2027-E7E0-07D9-0DEE-3A3A113E0CEE}"/>
                </a:ext>
              </a:extLst>
            </p:cNvPr>
            <p:cNvSpPr txBox="1"/>
            <p:nvPr/>
          </p:nvSpPr>
          <p:spPr>
            <a:xfrm>
              <a:off x="2865144" y="1896950"/>
              <a:ext cx="1357113" cy="558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dirty="0"/>
                <a:t>Calculateur câblé</a:t>
              </a:r>
              <a:endParaRPr lang="fr-FR" sz="1050" b="1" dirty="0"/>
            </a:p>
            <a:p>
              <a:r>
                <a:rPr lang="fr-FR" sz="1050" dirty="0"/>
                <a:t>add / sub / ampl /atténuation</a:t>
              </a:r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90580060-5F5E-C8F6-8A7F-DF2472A35FAD}"/>
              </a:ext>
            </a:extLst>
          </p:cNvPr>
          <p:cNvSpPr txBox="1"/>
          <p:nvPr/>
        </p:nvSpPr>
        <p:spPr>
          <a:xfrm>
            <a:off x="5147310" y="1383101"/>
            <a:ext cx="1897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ADC externe</a:t>
            </a:r>
          </a:p>
          <a:p>
            <a:r>
              <a:rPr lang="fr-FR" sz="1200" dirty="0"/>
              <a:t>LTC2308</a:t>
            </a:r>
          </a:p>
          <a:p>
            <a:r>
              <a:rPr lang="fr-FR" sz="1200" dirty="0"/>
              <a:t>CONVST,SCK,SDI,SDO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D02789-B97F-E0A4-052F-1542A5A94130}"/>
              </a:ext>
            </a:extLst>
          </p:cNvPr>
          <p:cNvSpPr txBox="1"/>
          <p:nvPr/>
        </p:nvSpPr>
        <p:spPr>
          <a:xfrm rot="1233817">
            <a:off x="5261041" y="4296877"/>
            <a:ext cx="11949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op_sel (2 bits)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18CD8C5-8485-9260-35C2-7DE3BCBB7F3D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4689521" y="1706267"/>
            <a:ext cx="457789" cy="50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7D9C0120-6380-3749-2BB5-2A20F8336A46}"/>
              </a:ext>
            </a:extLst>
          </p:cNvPr>
          <p:cNvSpPr txBox="1"/>
          <p:nvPr/>
        </p:nvSpPr>
        <p:spPr>
          <a:xfrm>
            <a:off x="3112752" y="172166"/>
            <a:ext cx="1464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CLOCK_50, reset_n</a:t>
            </a: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53A52964-0827-6DCC-EC77-37B51BB73769}"/>
              </a:ext>
            </a:extLst>
          </p:cNvPr>
          <p:cNvGrpSpPr/>
          <p:nvPr/>
        </p:nvGrpSpPr>
        <p:grpSpPr>
          <a:xfrm>
            <a:off x="3176663" y="690663"/>
            <a:ext cx="1337006" cy="592902"/>
            <a:chOff x="2646485" y="1723292"/>
            <a:chExt cx="1732084" cy="90560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1292963-947E-1CEF-604C-B45580BB1DC4}"/>
                </a:ext>
              </a:extLst>
            </p:cNvPr>
            <p:cNvSpPr/>
            <p:nvPr/>
          </p:nvSpPr>
          <p:spPr>
            <a:xfrm>
              <a:off x="2646485" y="1723292"/>
              <a:ext cx="1732084" cy="9056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5E5A2C6A-F712-8A41-3005-366294E47A07}"/>
                </a:ext>
              </a:extLst>
            </p:cNvPr>
            <p:cNvSpPr txBox="1"/>
            <p:nvPr/>
          </p:nvSpPr>
          <p:spPr>
            <a:xfrm>
              <a:off x="2776737" y="1860969"/>
              <a:ext cx="1547543" cy="6346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Bloc horloge /PLL</a:t>
              </a:r>
            </a:p>
            <a:p>
              <a:r>
                <a:rPr lang="fr-FR" sz="1050" dirty="0"/>
                <a:t>50 MHz -&gt; 40 MHz</a:t>
              </a:r>
              <a:endParaRPr lang="fr-FR" sz="1050" b="1" dirty="0"/>
            </a:p>
          </p:txBody>
        </p:sp>
      </p:grp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98C99901-7CB2-CB6A-031F-9A1811C28AC6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 flipH="1">
            <a:off x="3845166" y="449165"/>
            <a:ext cx="1" cy="24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E1C3CC3F-9FA8-9894-1E20-8F7549956053}"/>
              </a:ext>
            </a:extLst>
          </p:cNvPr>
          <p:cNvCxnSpPr/>
          <p:nvPr/>
        </p:nvCxnSpPr>
        <p:spPr>
          <a:xfrm flipH="1">
            <a:off x="3845165" y="1289384"/>
            <a:ext cx="1" cy="24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A5477F37-6BC6-FC88-77CA-6DFA890A590A}"/>
              </a:ext>
            </a:extLst>
          </p:cNvPr>
          <p:cNvCxnSpPr>
            <a:cxnSpLocks/>
          </p:cNvCxnSpPr>
          <p:nvPr/>
        </p:nvCxnSpPr>
        <p:spPr>
          <a:xfrm flipH="1" flipV="1">
            <a:off x="4764542" y="2189285"/>
            <a:ext cx="2559450" cy="233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E5E13530-7CA2-9A81-7FC7-3C8EBDA3DAFF}"/>
              </a:ext>
            </a:extLst>
          </p:cNvPr>
          <p:cNvCxnSpPr>
            <a:cxnSpLocks/>
          </p:cNvCxnSpPr>
          <p:nvPr/>
        </p:nvCxnSpPr>
        <p:spPr>
          <a:xfrm>
            <a:off x="3961720" y="2469605"/>
            <a:ext cx="0" cy="60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14620728-ACE6-4C5E-6011-18FCB211A693}"/>
              </a:ext>
            </a:extLst>
          </p:cNvPr>
          <p:cNvGrpSpPr/>
          <p:nvPr/>
        </p:nvGrpSpPr>
        <p:grpSpPr>
          <a:xfrm>
            <a:off x="7112198" y="4627612"/>
            <a:ext cx="1688709" cy="936088"/>
            <a:chOff x="2646485" y="1723292"/>
            <a:chExt cx="1732084" cy="90560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A2D0E55-CA11-C8F6-A1B3-E3D09F95831F}"/>
                </a:ext>
              </a:extLst>
            </p:cNvPr>
            <p:cNvSpPr/>
            <p:nvPr/>
          </p:nvSpPr>
          <p:spPr>
            <a:xfrm>
              <a:off x="2646485" y="1723292"/>
              <a:ext cx="1732084" cy="9056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7803CF9D-E886-B624-2B56-E09C99EFC17F}"/>
                </a:ext>
              </a:extLst>
            </p:cNvPr>
            <p:cNvSpPr txBox="1"/>
            <p:nvPr/>
          </p:nvSpPr>
          <p:spPr>
            <a:xfrm>
              <a:off x="3021456" y="2012331"/>
              <a:ext cx="1357113" cy="327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dirty="0"/>
                <a:t>NIOS II</a:t>
              </a:r>
            </a:p>
          </p:txBody>
        </p:sp>
      </p:grp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8E6BED9A-5CE7-3E02-4B3F-E280A50F9841}"/>
              </a:ext>
            </a:extLst>
          </p:cNvPr>
          <p:cNvCxnSpPr>
            <a:cxnSpLocks/>
          </p:cNvCxnSpPr>
          <p:nvPr/>
        </p:nvCxnSpPr>
        <p:spPr>
          <a:xfrm>
            <a:off x="3921104" y="4232546"/>
            <a:ext cx="3038187" cy="900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237DC037-FE3B-503E-79E0-F781ABF79DC0}"/>
              </a:ext>
            </a:extLst>
          </p:cNvPr>
          <p:cNvSpPr txBox="1"/>
          <p:nvPr/>
        </p:nvSpPr>
        <p:spPr>
          <a:xfrm rot="928388">
            <a:off x="4390899" y="4482057"/>
            <a:ext cx="27453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résultat (16 b), result_valid, data_ready</a:t>
            </a:r>
          </a:p>
        </p:txBody>
      </p: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B8BFCFA4-0916-7E10-4E60-A7C4DB668E4B}"/>
              </a:ext>
            </a:extLst>
          </p:cNvPr>
          <p:cNvCxnSpPr>
            <a:cxnSpLocks/>
          </p:cNvCxnSpPr>
          <p:nvPr/>
        </p:nvCxnSpPr>
        <p:spPr>
          <a:xfrm flipH="1" flipV="1">
            <a:off x="4621500" y="4163661"/>
            <a:ext cx="2404878" cy="747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F1E6092E-46A0-57BC-6237-062B83EF1A1A}"/>
              </a:ext>
            </a:extLst>
          </p:cNvPr>
          <p:cNvCxnSpPr>
            <a:cxnSpLocks/>
          </p:cNvCxnSpPr>
          <p:nvPr/>
        </p:nvCxnSpPr>
        <p:spPr>
          <a:xfrm>
            <a:off x="4777803" y="1920964"/>
            <a:ext cx="2828201" cy="2599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7618B1A-0CB5-6F28-D15E-ED4553FBC302}"/>
              </a:ext>
            </a:extLst>
          </p:cNvPr>
          <p:cNvSpPr txBox="1"/>
          <p:nvPr/>
        </p:nvSpPr>
        <p:spPr>
          <a:xfrm rot="2685700">
            <a:off x="5606205" y="3263855"/>
            <a:ext cx="1897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data_ready (1 bit)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0CD565D-6C70-C3C1-79BE-772A8CB63888}"/>
              </a:ext>
            </a:extLst>
          </p:cNvPr>
          <p:cNvSpPr txBox="1"/>
          <p:nvPr/>
        </p:nvSpPr>
        <p:spPr>
          <a:xfrm>
            <a:off x="7926229" y="4190345"/>
            <a:ext cx="1464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CLOCK_50, reset_n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02DB3DF-F69A-82C2-829C-371337523928}"/>
              </a:ext>
            </a:extLst>
          </p:cNvPr>
          <p:cNvCxnSpPr/>
          <p:nvPr/>
        </p:nvCxnSpPr>
        <p:spPr>
          <a:xfrm flipH="1">
            <a:off x="8615922" y="4342036"/>
            <a:ext cx="1" cy="24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979A619F-68E0-FD0A-2824-372E9DE8FB48}"/>
              </a:ext>
            </a:extLst>
          </p:cNvPr>
          <p:cNvSpPr txBox="1"/>
          <p:nvPr/>
        </p:nvSpPr>
        <p:spPr>
          <a:xfrm>
            <a:off x="1397872" y="3517348"/>
            <a:ext cx="13964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CLOCK_50, reset_n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74A30A8-A425-F64A-DFFD-0DD32C448842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>
            <a:off x="2794289" y="3655848"/>
            <a:ext cx="282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931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113</Words>
  <Application>Microsoft Office PowerPoint</Application>
  <PresentationFormat>Grand écran</PresentationFormat>
  <Paragraphs>20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Cherif Benfetima</dc:creator>
  <cp:lastModifiedBy>Mohamed Cherif Benfetima</cp:lastModifiedBy>
  <cp:revision>3</cp:revision>
  <dcterms:created xsi:type="dcterms:W3CDTF">2026-04-08T12:34:01Z</dcterms:created>
  <dcterms:modified xsi:type="dcterms:W3CDTF">2026-04-08T14:31:51Z</dcterms:modified>
</cp:coreProperties>
</file>